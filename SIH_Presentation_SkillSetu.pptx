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| SOFTWARE EDITION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SkillSetu: Centralized Academia-Industry Collaboration &amp; Skill Assessment Portal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725912" cy="118872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SIH-2024-EDU-0144 (or Custom Problem ID)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Academia-Industry Disconnect through Collaborative Skill Mapping &amp; Verification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Category: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Education / HealthTech / Smart Governance  |  Institute: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College / Institute Name]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ROLES (Team Name: Team SkillSetu)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10725912" cy="265176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4114800"/>
                <a:gridCol w="2377440"/>
                <a:gridCol w="1399032"/>
              </a:tblGrid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&amp;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Architecture &amp; State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/ IT - Final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Development &amp; UI/UX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/ IT - 3rd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REST APIs &amp; Database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/ ECE - 3rd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Gap Profiling &amp; Scoring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Data Science - 3rd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5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Security, RBAC &amp; Hash Credentialing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CSE - Final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6 (Name)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Exporter &amp; QA Testing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CSE / IT - 3rd 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/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DESCRIPTION &amp; CORE VALUE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4-Way Integrated Collaboration Hub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80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CRITICAL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Academic Curricula Lag: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year delay vs evolving industrial R&amp;D requirements.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Disconnected Ecosystem: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linking Students, Faculty, Industry &amp; College Admins.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Accreditation: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lost hours compiling NAAC/NIRF industry linkages.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188720"/>
            <a:ext cx="52120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2801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SKILLSETU SOLUTION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15087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4-Way Multi-Tenant Hub: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RBAC interface for all 4 academic/industry personas.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Skill Gap Profiling: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student competencies against live industry prerequisites.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Compliance: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PDF/Excel export for NAAC Criteria 3 &amp; NIRF metrics.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651760"/>
            <a:ext cx="254203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517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👨‍🎓 STUDENT PORTAL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0896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Skill Gap Radar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Verifiable Digital Portfolio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Internships &amp; Fellowships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Application Tracker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56432" y="26517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651760"/>
            <a:ext cx="2542032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6517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FACULTY HUB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93592" y="310896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 Sabbaticals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Joint Research RFP Bids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Industry-Sponsored FDPs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Lecture 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81344" y="26517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2651760"/>
            <a:ext cx="2542032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26517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INDUSTRY R&amp;D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18504" y="310896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Smart Candidate Matcher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Fellowships &amp; RFPs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Intern Reviews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Grant Funding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06256" y="26517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06256" y="2651760"/>
            <a:ext cx="2542032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8906256" y="2651760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INSTITUTION &amp; ADMIN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43416" y="3108960"/>
            <a:ext cx="226771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 Demand Heatmaps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MoU Lifecycle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NAAC/NIRF Reports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Badge Issuer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&amp; 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System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621792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BLUEPRINT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764792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PRESENTATION LAYER (Multi-Role UI)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201168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Tailwind CSS + Lucide Icons + Recharts Analytics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responsive views: Student | Faculty | Industry | Institution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2770632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843784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APPLICATION &amp; BUSINESS LOGIC 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3090672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 REST Microservices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RBAC Security  • Dynamic Skill Scoring Engine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Algorithmic Candidate Matcher  • MoU Milestone Tracker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3849624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22776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&amp; SECURITY LAYER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4169664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MongoDB Database Layer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SHA-256 Cryptographic Credential Hashing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NAAC / NIRF PDF &amp; Excel Report Aggregation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4928616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001768"/>
            <a:ext cx="5577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NATIONAL INTEROPERABILITY APIS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5248656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 API  • National Academic Depository (NAD)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ABDM / Ayush Grid Health Professional Registry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32320" y="1188720"/>
            <a:ext cx="4325112" cy="5029200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SUMMARY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691640"/>
          <a:ext cx="3959352" cy="4343400"/>
        </p:xfrm>
        <a:graphic>
          <a:graphicData uri="http://schemas.openxmlformats.org/drawingml/2006/table">
            <a:tbl>
              <a:tblPr/>
              <a:tblGrid>
                <a:gridCol w="1371600"/>
                <a:gridCol w="2587752"/>
              </a:tblGrid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Vite, Tailwind CSS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 (Radar, Heatmaps, Funnels)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 REST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/ MongoDB (RBAC Model)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JWT, SHA-256 Hash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Web App + Desktop Launcher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SKILLSETU UNIQUE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Competitive Advantage (USP)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29844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TRUE 4-WAY INTEGRATION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554480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siloed job portals, seamlessly integrates Students, Faculty, Corporate R&amp;D, and University Deans in one collaborative ecosystem.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70832" y="118872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29844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DUAL-COMPETENCY PROFILING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07992" y="1554480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both foundational academic knowledge and modern industrial proficiencies (e.g., advanced lab analytical skills, in-silico screening).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10144" y="1188720"/>
            <a:ext cx="34564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7304" y="1298448"/>
            <a:ext cx="31821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1-CLICK COMPLIANCE EXPORT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47304" y="1554480"/>
            <a:ext cx="3182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months of manual compilation by auto-generating ready-to-submit NAAC Criterion 3 and NIRF institutional collaborative reports.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2788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BENCHMARKING MATRIX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63240"/>
          <a:ext cx="10725912" cy="3108960"/>
        </p:xfrm>
        <a:graphic>
          <a:graphicData uri="http://schemas.openxmlformats.org/drawingml/2006/table">
            <a:tbl>
              <a:tblPr/>
              <a:tblGrid>
                <a:gridCol w="3108960"/>
                <a:gridCol w="2532888"/>
                <a:gridCol w="2532888"/>
                <a:gridCol w="2551176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 / Capability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Job Portals (LinkedIn, Internshala)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ERP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SkillSetu (Our Solution)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4-Way Stakeholder Integration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Student &amp; Recruiter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Campus Internal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Full 4-Way Ecosystem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Skill Gap Profiling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None / Keyword Match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Grade-based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Dynamic Curriculum Gap Radar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 Industry Sabbaticals &amp; RFPs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Supported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 Paperwork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Automated Grant &amp; RFP 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MoU Milestone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Supported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Static Repository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Real-Time Milestones &amp; Patents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NAAC / NIRF Compliance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Not Supported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Manual Data Entry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1-Click Excel / PDF Export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COMMERCIAL READINESS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Practicability &amp; Implementation Viability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TECHNICAL FEASIBILITY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600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Performance &amp; Low Latency: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18 frontend ensures instant loading with zero bloat.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Horizontal Scalability: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microservices architecture easily handles peak placement traffic (100k+ concurrent users).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Standards-Compliant APIs: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DigiLocker &amp; National Academic Depository integration.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45352" y="118872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ECONOMICAL FEASIBILITY &amp; ROI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28232" y="1600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Licensing Overhead: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 software stack with no recurring third-party fees.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60%+ Recruitment Cost Reduction: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Drastically lowers campus hiring overheads for industry recruiters through verified skill filters.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200+ Admin Hours Saved: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institution annually during NAAC &amp; NIRF data compilation cycles.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CONCRETE MITIGATION STRATEGIES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10725912" cy="260604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6611112"/>
              </a:tblGrid>
              <a:tr h="6515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Challenge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Mitigation Strategy in SkillSetu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Onboarding &amp; Adoption 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1-Click Role Simulator &amp; intuitive UX allowing users to explore all features instantly without steep training curves.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&amp; Skill Inflation / Fake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cryptographically hash-verifiable digital certificates and institutional issuer verification signatures.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 of Industry R&amp;D Proposals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Multi-Tenant RBAC isolation with NDA protection workflows for proprietary industry research RFPs.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 &amp; POLICY SYNERGY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Impact &amp; National Strategic Alignment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40,000+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1874520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Colleges &amp; Higher Ed Institutions in Scope across India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70832" y="118872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325880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53712" y="1874520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Increase in Immediate Industry-Ready Employability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10144" y="1188720"/>
            <a:ext cx="3456432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8010144" y="1325880"/>
            <a:ext cx="3456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93024" y="1874520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Campus Recruitment &amp; Vetting Cycles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7889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26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ALIGNMENT WITH NATIONAL MISSIONS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Education Policy (NEP 2020):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implements the mandate for mandatory industry internships, multidisciplinary research, and active industry-academia interface.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 India &amp; Digital India: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national competency evaluation and promotes paperless institutional compliance.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Atmanirbhar Bharat:
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indigenous R&amp;D patenting and domestic technological self-reliance.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45352" y="27889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2926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MULTI-STAKEHOLDER BENEFIT MATRIX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320040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Students: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career pathways, verified credentials, and high-value industry fellowships.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Faculty: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industry sabbatical opportunities, funded R&amp;D grants, and patent co-filings.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Industry: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hiring latency and access to cutting-edge university labs and top-tier talent.
</a:t>
            </a:r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Institutions &amp; Ministry: </a:t>
            </a:r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NAAC/NIRF ranking data and nationwide skill trend intelligence.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&amp; SUSTAINABILITY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Future Progression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0" y="320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1072591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345643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16152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PILOT &amp; VALIDATION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 –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MVP testing in 10 pilot universities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Onboarding 25+ partner R&amp;D corporations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 Skill Gap scoring engine accuracy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0832" y="118872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188720"/>
            <a:ext cx="345643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462272" y="1216152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NATIONAL INTEGRATION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62272" y="141732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 – 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07992" y="178308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integration with DigiLocker / NAD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In-app live video mentorship interviews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Android / iOS Mobile App release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10144" y="1188720"/>
            <a:ext cx="345643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1188720"/>
            <a:ext cx="345643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101584" y="1216152"/>
            <a:ext cx="3273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AI &amp; PAN-INDIA SCALE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101584" y="1417320"/>
            <a:ext cx="3273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 – 12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47304" y="1783080"/>
            <a:ext cx="31821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Gen-AI Syllabus Alignment Generator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Research Grant Proposal Drafter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Pan-India rollout across 1,000+ colleges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1072591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7764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LONG-TERM SUSTAINABILITY &amp; CONCLUSION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Self-Sustaining Financial Model: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student access is 100% free; premium institutional tier offers advanced NAAC analytics &amp; custom ERP webhooks.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Standards &amp; Low Maintenance: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microservice design minimizes monthly cloud infrastructure expenses ($&lt; $50/mo during initial pilot).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 for National Incubation: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working functional prototype with interactive dashboards for all 4 key personas is ready for immediate live demonstration.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|  Ready for Q&amp;A with the Evaluation Panel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Idea Presentation - SkillSetu Academia Industry Collaboration Portal</dc:title>
  <dc:subject>PptxGenJS Presentation</dc:subject>
  <dc:creator>Team SkillSetu</dc:creator>
  <cp:lastModifiedBy>Team SkillSetu</cp:lastModifiedBy>
  <cp:revision>1</cp:revision>
  <dcterms:created xsi:type="dcterms:W3CDTF">2026-09-01T09:16:25Z</dcterms:created>
  <dcterms:modified xsi:type="dcterms:W3CDTF">2026-09-01T09:16:25Z</dcterms:modified>
</cp:coreProperties>
</file>